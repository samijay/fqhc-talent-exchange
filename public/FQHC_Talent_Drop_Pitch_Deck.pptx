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FQHC TALENT EXCHANGE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Talent Drop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Weekly Candidate Matching for California's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Federally Qualified Health Centers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0" y="3931920"/>
            <a:ext cx="27432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Business Plan  •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FQHC Staffing Crisis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70%+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FQHCs face critical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shortages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260604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rate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10972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8,200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475488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hires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 FQHCs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03720" y="109728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2801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$7-9K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690372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 per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per day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0C4A4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Perfect Storm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H.R. 1 Medicaid cuts threaten coverage for 3.4M Californians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Alameda Health System cutting ~300 positions — experienced FQHC workers displaced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FQHCs desperately hiring for ECM, CCM, and Community Supports programs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Existing Solutions Fail FQHCs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51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Indeed / LinkedIn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91840" y="1051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— no FQHC filters, no EHR matching, floods HR with unqualified applicants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Recruiters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91840" y="20116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15-25% of salary ($8K-$18K per hire) — most FQHCs can't afford it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971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NACHC Job Board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291840" y="29718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listing board — no matching, no assessment, no urgency to act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931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AMN / CHG (Staffing)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291840" y="3931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travel/temp nurses and physicians — ignore CHWs, MAs, care coordinators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combines FQHC specialization + AI matching + weekly curated delivery + affordable pricing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the Talent Drop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week, FQHCs receive a curated Top 10 candidate list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open role — AI-ranked, pre-assessed, ready to hire.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743200"/>
            <a:ext cx="1920240" cy="1920240"/>
          </a:xfrm>
          <a:prstGeom prst="rect">
            <a:avLst/>
          </a:prstGeom>
          <a:solidFill>
            <a:srgbClr val="0C4A4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803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3291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Profiles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5760" y="3840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builder captures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EHR, programs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3520440"/>
            <a:ext cx="228600" cy="228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560320" y="2743200"/>
            <a:ext cx="1920240" cy="1920240"/>
          </a:xfrm>
          <a:prstGeom prst="rect">
            <a:avLst/>
          </a:prstGeom>
          <a:solidFill>
            <a:srgbClr val="0C4A4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88036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60320" y="3291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SCORES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RANKS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2560320" y="3840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matching 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FQHC criteria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520440"/>
            <a:ext cx="228600" cy="2286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754880" y="2743200"/>
            <a:ext cx="1920240" cy="1920240"/>
          </a:xfrm>
          <a:prstGeom prst="rect">
            <a:avLst/>
          </a:prstGeom>
          <a:solidFill>
            <a:srgbClr val="0C4A4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880360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754880" y="3291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DROP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Wednesday 9 AM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4754880" y="3840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list delivered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each employer</a:t>
            </a:r>
            <a:endParaRPr lang="en-US" sz="1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520440"/>
            <a:ext cx="228600" cy="22860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949440" y="2743200"/>
            <a:ext cx="1920240" cy="1920240"/>
          </a:xfrm>
          <a:prstGeom prst="rect">
            <a:avLst/>
          </a:prstGeom>
          <a:solidFill>
            <a:srgbClr val="0C4A4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2880360"/>
            <a:ext cx="365760" cy="3657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3291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 by Friday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6949440" y="3840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opt-in triggers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Weekly Drop Changes Everything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Date Drop at Stanford — scarcity + cadence + feedback loops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990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801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Urgency to Act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0" y="12801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candidates get claimed first. HR directors who wait miss out — driving faster hiring decisions.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055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Applicant Overload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20116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200 unfiltered resumes, FQHCs get 10 pre-scored matches. Saves hours of screening.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6207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743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Loop = Moat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200400" y="27432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pass/claim/hire teaches the algorithm. Each FQHC's preferences sharpen over time — can't replicate.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9359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4747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Engagement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200400" y="34747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9 AM becomes a ritual. 'Your Talent Drop is ready' is the email every HR director opens.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2511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4206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Tiered Value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200400" y="42062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= Top 5. Growth = Top 10. Enterprise = Top 10 + 24hr priority claiming. Tangible weekly difference.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Matching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quantifiable criteria — not 'culture fit' guessing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Filters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yes/no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in California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(Spanish)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proximity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driver's license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80160"/>
            <a:ext cx="2651760" cy="50292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Scored Criteria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572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&amp; ranked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system match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ECM/CCM/BH-ASO exp.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community health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experience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held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80160"/>
            <a:ext cx="2651760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 Match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572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alignment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range overlap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vs PT preference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 availability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region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advancement goals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Score: 0-100 per candidate per role  →  AI generates ranked Top 10  →  You do 10-min quality check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A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Content-First: Build the Moat Before the Marketplace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64008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HOOK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Builder (bilingual)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FQHC Directory (200+ orgs)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benchmarking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career guides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2286000" cy="41148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94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resumes in 90 days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468880"/>
            <a:ext cx="228600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29184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097280"/>
            <a:ext cx="2651760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1"/>
          <p:cNvSpPr/>
          <p:nvPr/>
        </p:nvSpPr>
        <p:spPr>
          <a:xfrm>
            <a:off x="329184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9184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TALENT DROP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66160" y="19202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assessment (ECM/CCM/EHR)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ranked candidate lists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claiming &amp; feedback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algorithm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74720" y="3794760"/>
            <a:ext cx="2286000" cy="41148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0" y="3794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FQHC employers on trial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68880"/>
            <a:ext cx="228600" cy="2286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17920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097280"/>
            <a:ext cx="265176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18"/>
          <p:cNvSpPr/>
          <p:nvPr/>
        </p:nvSpPr>
        <p:spPr>
          <a:xfrm>
            <a:off x="621792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2179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SCALE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492240" y="19202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 consulting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program mgmt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Credentialing automation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expansion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6" name="Text 22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$100K+ MRR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flywheel: Directory → Resume Builder → Skills Data → Matching Algorithm → Employer Feedback → Better Matches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Assessment-First: Promise Only What You Can Deliver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82296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Now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4560" y="1280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FQHC staff with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EHR + program skills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2103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21-day placement target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Talent Drops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651760" cy="8229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Near-Ready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1280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healthcare skills,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minor upskilling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2880360"/>
            <a:ext cx="2103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roadmap provided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for future drops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651760" cy="8229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46720" y="1280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but needs training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certification completion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2880360"/>
            <a:ext cx="21031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resources shared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Re-assess in 60 days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Tier A candidates enter Talent Drops — protects brand credibility and employer trust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Pricing: 50-70% Cheaper Than Traditional Recruiters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Recruiter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$8,000 – $18,000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15-25% of first-year salary per placement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FQHC Talent Exchange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$5,000 – $8,000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fee per placement + optional subscription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Tiers (Employer)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Trial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$0/mo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candidates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matching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priority claiming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0632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3063240"/>
            <a:ext cx="2651760" cy="18288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$999/mo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37560" y="3703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1880" y="39319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candidates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matching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claiming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0632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$2,499/mo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17920" y="3703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9319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+ priority claiming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 early access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291840" cy="3291840"/>
          </a:xfrm>
          <a:prstGeom prst="ellipse">
            <a:avLst/>
          </a:prstGeom>
          <a:solidFill>
            <a:srgbClr val="7BA597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645920"/>
            <a:ext cx="2103120" cy="2103120"/>
          </a:xfrm>
          <a:prstGeom prst="ellipse">
            <a:avLst/>
          </a:prstGeom>
          <a:solidFill>
            <a:srgbClr val="0C4A4E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2103120"/>
            <a:ext cx="1280160" cy="1280160"/>
          </a:xfrm>
          <a:prstGeom prst="ellipse">
            <a:avLst/>
          </a:prstGeom>
          <a:solidFill>
            <a:srgbClr val="B8504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$20.5B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3774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$8.5M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Capture Scenarios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114800" cy="457200"/>
          </a:xfrm>
          <a:prstGeom prst="rect">
            <a:avLst/>
          </a:prstGeom>
          <a:solidFill>
            <a:srgbClr val="E8F4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capture (Year 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placements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$287K-$492K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057400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capture (Year 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 placements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2057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$861K-$1.5M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651760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capture (Year 3)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placements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$1.4M-$2.5M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246120"/>
            <a:ext cx="4114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capture (Year 4+)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246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 placements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$2.9M-$4.9M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subscription revenue: 15 FQHCs at Growth/Enterprise = $270K/yr additional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8,200 target hires/year across 200 CA FQHCs  •  1% capture = profitability  •  6.7% CAGR through 2030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A59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Acquisition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Builder — free, bilingual, FQHC-keyword optimized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 FQHC directory pages rank for career searches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content targeting displaced health workers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outreach: workforce boards, CHW programs, CPCA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career guides (EN/ES) for CHW workforce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program: placed candidates refer peers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 Conversion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free trial — low barrier, prove the Talent Drop value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to CA FQHCs with known vacancies (HRSA data)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CPCA conference sponsorship and networking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 document time-to-fill, cost savings, retention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network effect: 1 happy FQHC = referrals across region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upsell: priority claiming drives upgrade urgency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16-Week Validation Playbook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54864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&amp; 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AI resume builder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FQHC directory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SEO content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737360" cy="41148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resumes built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008" y="2103120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514600" y="10058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14600" y="1005840"/>
            <a:ext cx="2011680" cy="548640"/>
          </a:xfrm>
          <a:prstGeom prst="rect">
            <a:avLst/>
          </a:prstGeom>
          <a:solidFill>
            <a:srgbClr val="157A82"/>
          </a:solidFill>
          <a:ln/>
        </p:spPr>
      </p:sp>
      <p:sp>
        <p:nvSpPr>
          <p:cNvPr id="14" name="Text 11"/>
          <p:cNvSpPr/>
          <p:nvPr/>
        </p:nvSpPr>
        <p:spPr>
          <a:xfrm>
            <a:off x="2514600" y="1005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4-8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14600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 &amp; Match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51760" y="16916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skills assessment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matching with 10 FQHCs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Talent Drops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51760" y="2926080"/>
            <a:ext cx="1737360" cy="41148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8" name="Text 15"/>
          <p:cNvSpPr/>
          <p:nvPr/>
        </p:nvSpPr>
        <p:spPr>
          <a:xfrm>
            <a:off x="2651760" y="2926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50%+ employer response</a:t>
            </a:r>
            <a:endParaRPr lang="en-US" sz="10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103120"/>
            <a:ext cx="182880" cy="1828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709160" y="10058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09160" y="1005840"/>
            <a:ext cx="2011680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18"/>
          <p:cNvSpPr/>
          <p:nvPr/>
        </p:nvSpPr>
        <p:spPr>
          <a:xfrm>
            <a:off x="4709160" y="1005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8-12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09160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 &amp; Prove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846320" y="16916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Pre-sell subscriptions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case studies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AI matching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846320" y="2926080"/>
            <a:ext cx="1737360" cy="41148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6" name="Text 22"/>
          <p:cNvSpPr/>
          <p:nvPr/>
        </p:nvSpPr>
        <p:spPr>
          <a:xfrm>
            <a:off x="4846320" y="2926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LOIs or paid pilots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103120"/>
            <a:ext cx="182880" cy="18288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903720" y="10058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903720" y="1005840"/>
            <a:ext cx="201168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0" name="Text 25"/>
          <p:cNvSpPr/>
          <p:nvPr/>
        </p:nvSpPr>
        <p:spPr>
          <a:xfrm>
            <a:off x="6903720" y="1005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12-16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903720" y="1216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Scale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7040880" y="16916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placements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Talent Drop emails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tier conversions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7040880" y="2926080"/>
            <a:ext cx="1737360" cy="41148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4" name="Text 29"/>
          <p:cNvSpPr/>
          <p:nvPr/>
        </p:nvSpPr>
        <p:spPr>
          <a:xfrm>
            <a:off x="7040880" y="2926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$5K+ MRR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 Criteria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640080" y="4343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 resumes in Month 1 → pivot content strategy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employer responses to Talent Drops → reassess value prop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conversions by Week 16 → consider consulting-only model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Build Plan: Claude Code + Founder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developer cost — AI builds the platform, founder focuses on revenue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011680" cy="777240"/>
          </a:xfrm>
          <a:prstGeom prst="rect">
            <a:avLst/>
          </a:prstGeom>
          <a:solidFill>
            <a:srgbClr val="0C4A4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62763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004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Resume Builder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1488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Supabase + LLM API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FQHC keyword optimization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(EN/ES)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data capture to DB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14600" y="1234440"/>
            <a:ext cx="20116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234440"/>
            <a:ext cx="2011680" cy="777240"/>
          </a:xfrm>
          <a:prstGeom prst="rect">
            <a:avLst/>
          </a:prstGeom>
          <a:solidFill>
            <a:srgbClr val="0C4A4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80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162763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2-4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51460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FQHC Directory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51760" y="21488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org profiles from HRSA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systems, programs, salaries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CA map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SEO-optimized pages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09160" y="1234440"/>
            <a:ext cx="20116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9160" y="1234440"/>
            <a:ext cx="2011680" cy="777240"/>
          </a:xfrm>
          <a:prstGeom prst="rect">
            <a:avLst/>
          </a:prstGeom>
          <a:solidFill>
            <a:srgbClr val="0C4A4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9160" y="162763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4-6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70916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Engine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46320" y="21488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ECM/CCM/EHR scoring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classification (A/B/C)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dashboard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intake forms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03720" y="1234440"/>
            <a:ext cx="20116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03720" y="1234440"/>
            <a:ext cx="2011680" cy="777240"/>
          </a:xfrm>
          <a:prstGeom prst="rect">
            <a:avLst/>
          </a:prstGeom>
          <a:solidFill>
            <a:srgbClr val="0C4A4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2801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03720" y="162763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6-8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90372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Drop System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040880" y="21488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algorithm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ranked list generator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 (Resend)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+ feedback loop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Next.js  •  TypeScript  •  Tailwind CSS  •  Supabase  •  Vercel  •  Claude API  •  Resend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built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90 days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validation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quality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&lt;21 days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candidate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metric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FQHC employer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initiated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interest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33756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Mo 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85%+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21792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candidate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quality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7315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30-Second Pitch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97280" y="17373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California's FQHCs have 8,200 open positions a year and no specialized way to fill them. Traditional recruiters charge $10K+ per hire. Indeed floods them with unqualified applicants.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FQHC Talent Exchange uses AI to match community health workers to open roles and delivers a curated Top 10 candidate list every Wednesday — the Talent Drop. Employers claim their picks, and we place them in under 21 days at half the cost.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37490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market capture = profitability. We're starting in California with a free AI resume builder and FQHC directory to capture demand, then scaling the Talent Drop nationwide.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7899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05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0" y="10058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resume builder prompts, set up Supabase schema, begin Claude Code build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E8F4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1907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645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286000" y="16459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AI resume builder MVP — start capturing candidate data and skills profiles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5915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3-4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286000" y="22860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FQHC directory with enriched data — launch SEO content pages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E8F4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9923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926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5-6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286000" y="29260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skills assessment + employer intake — begin outreach to 10 target FQHCs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39312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7-8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286000" y="35661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Talent Drop — deliver ranked candidate lists to pilot FQHC employers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E8F4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79392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51560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9-16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2286000" y="42062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matching algorithm with feedback — convert trials to paid — first placements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C4A4E"/>
          </a:solidFill>
          <a:ln/>
        </p:spPr>
      </p:sp>
      <p:sp>
        <p:nvSpPr>
          <p:cNvPr id="29" name="Text 21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Code  •  $0 dev cost  •  Revenue-first  •  Ship fast, learn faster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FQHC Talent Exchange — The Talent Drop</dc:title>
  <dc:subject>PptxGenJS Presentation</dc:subject>
  <dc:creator>FQHC Talent Exchange</dc:creator>
  <cp:lastModifiedBy>FQHC Talent Exchange</cp:lastModifiedBy>
  <cp:revision>1</cp:revision>
  <dcterms:created xsi:type="dcterms:W3CDTF">2026-02-14T22:41:26Z</dcterms:created>
  <dcterms:modified xsi:type="dcterms:W3CDTF">2026-02-14T22:41:26Z</dcterms:modified>
</cp:coreProperties>
</file>